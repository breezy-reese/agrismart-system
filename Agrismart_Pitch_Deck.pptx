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Intro: name, one-liner, and quick value prop.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typical farmer pain and market inefficiencies.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TAM and mobile-first adoption.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end-to-end user 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core screens and UX flows.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out differentiators.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High-level stack and integrations.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monetization levers.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Outline GTM plan and partnerships.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timeline and hires.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specific about milestones tied to funding.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and call to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</a:rPr>
              <a:t>Agrismart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Digital marketplace for agricultural goods and services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Tagline: Connect farmers, buyers and services — simple, secure, local.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</a:rPr>
              <a:t>The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Fragmented supply chains; farmers lack direct market access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Poor price transparency and high middleman fees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Limited digital payment and logistics integration for smallholders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</a:rPr>
              <a:t>Market Opportunity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Large agricultural population and growing e-commerce adoption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High mobile payments penetration (MPESA)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Target: smallholder farmers, local retailers, restaurants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</a:rPr>
              <a:t>Our 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Marketplace + order management + integrated payments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Product listings, cart &amp; checkout, MPESA payments, admin dashboard, order tracking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</a:rPr>
              <a:t>Product Screens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Home &amp; product catalog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Product detail and cart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Payment form (MPESA flow)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Admin dashboard — order &amp; product management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</a:rPr>
              <a:t>Key Features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Buyer: catalog, product detail, cart, secure MPESA checkout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Seller/Admin: product CRUD, order management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Integrations: MPESA, email (nodemailer), uploads (multer)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Security: JWT auth, bcrypt hashing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</a:rPr>
              <a:t>Technology &amp;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Frontend: React + Vite + Tailwind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Backend: Node.js + Express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Database: MongoDB Atlas (mongoose)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Integrations: MPESA, nodemailer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</a:rPr>
              <a:t>Business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Transaction fee per sale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Premium subscriptions for vendors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Logistics &amp; fulfillment partnerships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</a:rPr>
              <a:t>Go-to-Market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Phase 1: pilot with 50 farmers; onboard retailers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Phase 2: expand via cooperatives and partnerships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Marketing: local radio, WhatsApp, demo days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</a:rPr>
              <a:t>Roadmap &amp; Milestones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0–3 months: pilot, payment polish, merchant onboarding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3–9 months: logistics partnerships, analytics dashboard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9–18 months: regional scaling, B2B partnerships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</a:rPr>
              <a:t>The Ask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Funding: $X to hire, run pilot, scale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Use of funds: product (40%), ops (30%), marketing (20%), reserve (10%)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Introductions to cooperatives and logistics partners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</a:rPr>
              <a:t>Contact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Thank you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Contact: [Name] – [email] – [phone]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CTA: Book a demo / join the pilot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2025-11-12T09:29:03Z</dcterms:created>
  <dcterms:modified xsi:type="dcterms:W3CDTF">2025-11-12T09:29:03Z</dcterms:modified>
</cp:coreProperties>
</file>